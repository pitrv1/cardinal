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F27568-CFAA-4F4A-994B-FAAD070AAD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47F088-ECF9-4150-988C-9105AC4BFDC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0" y="0"/>
            <a:ext cx="10100520" cy="566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"/>
          <p:cNvPicPr/>
          <p:nvPr/>
        </p:nvPicPr>
        <p:blipFill>
          <a:blip r:embed="rId2"/>
          <a:stretch/>
        </p:blipFill>
        <p:spPr>
          <a:xfrm>
            <a:off x="3539880" y="-180720"/>
            <a:ext cx="2999520" cy="223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"/>
          <p:cNvPicPr/>
          <p:nvPr/>
        </p:nvPicPr>
        <p:blipFill>
          <a:blip r:embed="rId3"/>
          <a:stretch/>
        </p:blipFill>
        <p:spPr>
          <a:xfrm>
            <a:off x="1177560" y="1728720"/>
            <a:ext cx="7737120" cy="124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"/>
          <p:cNvSpPr/>
          <p:nvPr/>
        </p:nvSpPr>
        <p:spPr>
          <a:xfrm>
            <a:off x="3211200" y="274392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Bahnschrift"/>
                <a:ea typeface="DejaVu Sans"/>
              </a:rPr>
              <a:t>Projekt:</a:t>
            </a:r>
            <a:r>
              <a:rPr lang="en-US" sz="3600" b="0" u="none" strike="noStrike">
                <a:solidFill>
                  <a:srgbClr val="729fcf"/>
                </a:solidFill>
                <a:effectLst/>
                <a:uFillTx/>
                <a:latin typeface="Bahnschrift"/>
                <a:ea typeface="DejaVu Sans"/>
              </a:rPr>
              <a:t> </a:t>
            </a:r>
            <a:r>
              <a:rPr lang="en-US" sz="3600" b="0" u="none" strike="noStrike">
                <a:solidFill>
                  <a:srgbClr val="ff6d6d"/>
                </a:solidFill>
                <a:effectLst/>
                <a:uFillTx/>
                <a:latin typeface="Bahnschrift"/>
                <a:ea typeface="DejaVu Sans"/>
              </a:rPr>
              <a:t>Cardinal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4"/>
          <a:stretch/>
        </p:blipFill>
        <p:spPr>
          <a:xfrm>
            <a:off x="0" y="4984200"/>
            <a:ext cx="685080" cy="68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/>
          <p:nvPr/>
        </p:nvSpPr>
        <p:spPr>
          <a:xfrm>
            <a:off x="685800" y="5250600"/>
            <a:ext cx="59428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Bahnschrift"/>
                <a:ea typeface="DejaVu Sans"/>
              </a:rPr>
              <a:t>Debreceni SZC Mechwart András Gépipari és Informatikai Technikum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0" y="0"/>
            <a:ext cx="1010052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"/>
          <p:cNvSpPr/>
          <p:nvPr/>
        </p:nvSpPr>
        <p:spPr>
          <a:xfrm>
            <a:off x="1611000" y="228600"/>
            <a:ext cx="6857280" cy="5028480"/>
          </a:xfrm>
          <a:prstGeom prst="rect">
            <a:avLst/>
          </a:prstGeom>
          <a:solidFill>
            <a:srgbClr val="729fcf">
              <a:alpha val="25000"/>
            </a:srgbClr>
          </a:solidFill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0" name=""/>
          <p:cNvPicPr/>
          <p:nvPr/>
        </p:nvPicPr>
        <p:blipFill>
          <a:blip r:embed="rId2"/>
          <a:stretch/>
        </p:blipFill>
        <p:spPr>
          <a:xfrm>
            <a:off x="1828800" y="3657600"/>
            <a:ext cx="1442520" cy="144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"/>
          <p:cNvPicPr/>
          <p:nvPr/>
        </p:nvPicPr>
        <p:blipFill>
          <a:blip r:embed="rId3"/>
          <a:stretch/>
        </p:blipFill>
        <p:spPr>
          <a:xfrm>
            <a:off x="1828800" y="371520"/>
            <a:ext cx="1463760" cy="14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"/>
          <p:cNvPicPr/>
          <p:nvPr/>
        </p:nvPicPr>
        <p:blipFill>
          <a:blip r:embed="rId4"/>
          <a:stretch/>
        </p:blipFill>
        <p:spPr>
          <a:xfrm>
            <a:off x="1828800" y="2057400"/>
            <a:ext cx="1463760" cy="14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"/>
          <p:cNvSpPr/>
          <p:nvPr/>
        </p:nvSpPr>
        <p:spPr>
          <a:xfrm>
            <a:off x="3429000" y="457200"/>
            <a:ext cx="5485680" cy="12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sng" strike="noStrike">
                <a:solidFill>
                  <a:srgbClr val="729fcf"/>
                </a:solidFill>
                <a:effectLst/>
                <a:uFillTx/>
                <a:latin typeface="Bahnschrift"/>
                <a:ea typeface="DejaVu Sans"/>
              </a:rPr>
              <a:t>Kovács Dániel Benedek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Bahnschrift"/>
                <a:ea typeface="DejaVu Sans"/>
              </a:rPr>
              <a:t>Kezelőfelület leprogramozása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429000" y="2140560"/>
            <a:ext cx="5485680" cy="12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sng" strike="noStrike">
                <a:solidFill>
                  <a:srgbClr val="729fcf"/>
                </a:solidFill>
                <a:effectLst/>
                <a:uFillTx/>
                <a:latin typeface="Bahnschrift"/>
                <a:ea typeface="DejaVu Sans"/>
              </a:rPr>
              <a:t>Tóth Péter Sándor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Bahnschrift"/>
                <a:ea typeface="DejaVu Sans"/>
              </a:rPr>
              <a:t>3D-s szoftver elkészítése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429000" y="3740760"/>
            <a:ext cx="5485680" cy="12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sng" strike="noStrike">
                <a:solidFill>
                  <a:srgbClr val="729fcf"/>
                </a:solidFill>
                <a:effectLst/>
                <a:uFillTx/>
                <a:latin typeface="Bahnschrift"/>
                <a:ea typeface="DejaVu Sans"/>
              </a:rPr>
              <a:t>Borók Máté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Bahnschrift"/>
                <a:ea typeface="DejaVu Sans"/>
              </a:rPr>
              <a:t>Algoritmus és backend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360" y="0"/>
            <a:ext cx="1010052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/>
          <p:nvPr/>
        </p:nvSpPr>
        <p:spPr>
          <a:xfrm>
            <a:off x="2296800" y="1371600"/>
            <a:ext cx="54856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600" b="0" u="none" strike="noStrike">
                <a:solidFill>
                  <a:srgbClr val="5983b0"/>
                </a:solidFill>
                <a:effectLst/>
                <a:uFillTx/>
                <a:latin typeface="Bahnschrift"/>
                <a:ea typeface="DejaVu Sans"/>
              </a:rPr>
              <a:t>Bemutató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360" y="0"/>
            <a:ext cx="1010052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"/>
          <p:cNvSpPr/>
          <p:nvPr/>
        </p:nvSpPr>
        <p:spPr>
          <a:xfrm>
            <a:off x="1600200" y="1371600"/>
            <a:ext cx="731448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9600" b="0" u="none" strike="noStrike">
                <a:solidFill>
                  <a:srgbClr val="3465a4"/>
                </a:solidFill>
                <a:effectLst/>
                <a:uFillTx/>
                <a:latin typeface="Bahnschrift"/>
                <a:ea typeface="DejaVu Sans"/>
              </a:rPr>
              <a:t>Köszönjük a figyelmet!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LibreOffice/25.8.4.2$Windows_X86_64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2026-04-16T23:23:16Z</dcterms:created>
  <dc:creator/>
  <dc:description/>
  <dc:language>en-US</dc:language>
  <cp:lastModifiedBy/>
  <dcterms:modified xsi:type="dcterms:W3CDTF">2026-04-16T23:51:04Z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